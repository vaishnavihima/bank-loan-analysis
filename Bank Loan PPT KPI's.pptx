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hik Rachakonda" userId="ac0da424c723daa4" providerId="LiveId" clId="{2977BBDA-521B-427E-9D3B-D4A93CBC8000}"/>
    <pc:docChg chg="undo custSel modSld">
      <pc:chgData name="Koushik Rachakonda" userId="ac0da424c723daa4" providerId="LiveId" clId="{2977BBDA-521B-427E-9D3B-D4A93CBC8000}" dt="2025-11-18T11:09:59.746" v="41" actId="14100"/>
      <pc:docMkLst>
        <pc:docMk/>
      </pc:docMkLst>
      <pc:sldChg chg="modSp mod">
        <pc:chgData name="Koushik Rachakonda" userId="ac0da424c723daa4" providerId="LiveId" clId="{2977BBDA-521B-427E-9D3B-D4A93CBC8000}" dt="2025-11-18T11:09:03.241" v="28" actId="207"/>
        <pc:sldMkLst>
          <pc:docMk/>
          <pc:sldMk cId="2894515687" sldId="256"/>
        </pc:sldMkLst>
        <pc:spChg chg="mod">
          <ac:chgData name="Koushik Rachakonda" userId="ac0da424c723daa4" providerId="LiveId" clId="{2977BBDA-521B-427E-9D3B-D4A93CBC8000}" dt="2025-11-18T11:09:03.241" v="28" actId="207"/>
          <ac:spMkLst>
            <pc:docMk/>
            <pc:sldMk cId="2894515687" sldId="256"/>
            <ac:spMk id="3" creationId="{2092770E-74E5-609F-B812-33271B3823B1}"/>
          </ac:spMkLst>
        </pc:spChg>
      </pc:sldChg>
      <pc:sldChg chg="modSp mod">
        <pc:chgData name="Koushik Rachakonda" userId="ac0da424c723daa4" providerId="LiveId" clId="{2977BBDA-521B-427E-9D3B-D4A93CBC8000}" dt="2025-11-18T11:09:59.746" v="41" actId="14100"/>
        <pc:sldMkLst>
          <pc:docMk/>
          <pc:sldMk cId="707662729" sldId="257"/>
        </pc:sldMkLst>
        <pc:picChg chg="mod">
          <ac:chgData name="Koushik Rachakonda" userId="ac0da424c723daa4" providerId="LiveId" clId="{2977BBDA-521B-427E-9D3B-D4A93CBC8000}" dt="2025-11-18T11:09:59.746" v="41" actId="14100"/>
          <ac:picMkLst>
            <pc:docMk/>
            <pc:sldMk cId="707662729" sldId="257"/>
            <ac:picMk id="5" creationId="{27B4A267-094E-CBAD-147C-09E929BEB098}"/>
          </ac:picMkLst>
        </pc:picChg>
      </pc:sldChg>
      <pc:sldChg chg="modSp mod">
        <pc:chgData name="Koushik Rachakonda" userId="ac0da424c723daa4" providerId="LiveId" clId="{2977BBDA-521B-427E-9D3B-D4A93CBC8000}" dt="2025-11-18T11:09:46.486" v="37" actId="14100"/>
        <pc:sldMkLst>
          <pc:docMk/>
          <pc:sldMk cId="1914052569" sldId="258"/>
        </pc:sldMkLst>
        <pc:picChg chg="mod">
          <ac:chgData name="Koushik Rachakonda" userId="ac0da424c723daa4" providerId="LiveId" clId="{2977BBDA-521B-427E-9D3B-D4A93CBC8000}" dt="2025-11-18T11:09:46.486" v="37" actId="14100"/>
          <ac:picMkLst>
            <pc:docMk/>
            <pc:sldMk cId="1914052569" sldId="258"/>
            <ac:picMk id="5" creationId="{0D866F5E-1A8B-51F4-EBEC-356C9BFDB4B0}"/>
          </ac:picMkLst>
        </pc:picChg>
      </pc:sldChg>
      <pc:sldChg chg="modSp mod">
        <pc:chgData name="Koushik Rachakonda" userId="ac0da424c723daa4" providerId="LiveId" clId="{2977BBDA-521B-427E-9D3B-D4A93CBC8000}" dt="2025-11-18T11:09:33.600" v="33" actId="14100"/>
        <pc:sldMkLst>
          <pc:docMk/>
          <pc:sldMk cId="3755850103" sldId="259"/>
        </pc:sldMkLst>
        <pc:picChg chg="mod">
          <ac:chgData name="Koushik Rachakonda" userId="ac0da424c723daa4" providerId="LiveId" clId="{2977BBDA-521B-427E-9D3B-D4A93CBC8000}" dt="2025-11-18T11:09:33.600" v="33" actId="14100"/>
          <ac:picMkLst>
            <pc:docMk/>
            <pc:sldMk cId="3755850103" sldId="259"/>
            <ac:picMk id="5" creationId="{C28E96CD-DC0C-1B80-8AF6-7C20872642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6CB6-C6D7-A635-20A6-309B4916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11BBF-8CCE-0676-C7DF-2A948553B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9B87-D016-0BE9-C0DD-D5254116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4386-DB93-0713-779A-AEC66DE3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8C520-EED3-87B3-C162-1EB6388D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1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824C-7080-E39A-30C9-F42267B7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095C-EB87-8A6A-0C7C-3672DE1D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FADB-1919-8B40-09AB-314842A9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D89C2-BE55-C3E9-6D11-6F9D3A9F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94DA5-2537-2ACF-0AA1-35C6D4D9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00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7A63-1BDF-18F0-03CE-9E16AC89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14E80-586D-EFA0-F3D0-FF3B52607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1DBAD-FC43-ADDF-4AFB-4C3CE9F5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046C-2F52-1819-5372-9DA0C636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7D0B7-C2E0-39CB-5661-0844EB91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4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8907-E5EA-8904-EE81-6448F725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423D-2AC0-E68E-2FAB-85221B6AC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35813-2DCD-5CC5-6ED7-4FA62141B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F84BE-D203-01AF-D574-0BB1E4DA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DEA99-CF1D-BE27-EAE1-307EB988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FE435-56D4-36E2-EC3E-B269AB5B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9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3626-A53B-A49D-36CF-BB507DE8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86968-B5D9-AA18-D5CE-906D75815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6A9B2-48C2-EB52-F786-308ECF769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12F99-B705-805B-41AC-5544FD20B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E878C8-BAB0-115B-AD3A-5B27E0F1E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EA098-E0E5-AFCA-2D47-BDF8C1AB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9FB51-4E00-D5F7-2BDC-84B6AF20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70452-49A7-62B9-FE46-E706A4CB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90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7F0C-8485-3615-B559-284B499B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3FAD9-B743-2273-E8FB-DD835543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935CD-D254-2616-DFB0-AC72C6D9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00817-F8C8-23D7-C176-FB0D313E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45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E50A4-4443-24A1-8366-8F75825F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9BE4A-0468-4B03-EF9C-F485F6AE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32D2A-B532-6BF2-2006-1B357176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32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5E65-D6C9-0E69-FBCE-6B6EC1D2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E2AE-C3C1-25B9-AD97-A7BF362F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00BD5-09CA-FAD5-E06C-7FAC3D082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ED776-D061-552F-3C99-83745C27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3C9AD-9502-3E72-075B-DFE8C6B4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AE4F2-DD55-5318-C03A-6AFC6671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29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9C47-DC92-50F1-7E63-C13058F9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D75C5-AB43-3178-AB83-BA4D33E57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CC839-CB03-F582-BBCC-61D3A4AC0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9B9CA-F0FB-1879-17A1-9A182E85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226ED-EE87-FB40-DABC-C0F3C593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13834-2BC7-9CFE-7C80-BB57CA21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59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2AC93-759E-6C16-B396-600C3E8D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84067-A337-5F44-2342-F4F415D8D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22108-A272-6B9A-904C-0F5713F9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F2686-E0E6-D1C5-29BE-E14AD8FC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74ACF-C9D9-DEFD-ED0B-D0C27ED9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63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9E830-F21B-86D0-991C-96CE45355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A4DAA-B877-F921-E060-D80B26B03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E879-4430-BE26-5E8A-1C644F4A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0995-5F17-E090-61D9-B9E2CAE7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30E1-437D-CBAB-0E51-C2F699C6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49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230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94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168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68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019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681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150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47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33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970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9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E58D7-697F-CF62-42BB-3FDFE356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C31DD-2F84-31B9-6005-3FD9B001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035C-F11B-5FF4-ECF7-223E7AA4F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014AA-729D-4912-A060-8C97839BE55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490F-43DB-D042-F7CD-B5573F0D9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919BB-ED38-CB8A-4D4F-0964A11F2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F0821-47F1-47A2-B1E4-7A670C7BC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67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39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B362-0E51-11A6-8041-24DEBC042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Bank Loan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2770E-74E5-609F-B812-33271B382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Segoe Script" panose="030B0504020000000003" pitchFamily="66" charset="0"/>
              </a:rPr>
              <a:t>By Hima Vaishnavi</a:t>
            </a:r>
          </a:p>
        </p:txBody>
      </p:sp>
    </p:spTree>
    <p:extLst>
      <p:ext uri="{BB962C8B-B14F-4D97-AF65-F5344CB8AC3E}">
        <p14:creationId xmlns:p14="http://schemas.microsoft.com/office/powerpoint/2010/main" val="28945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21EE-F84A-61C1-153E-4C5BEFFA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7936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Summary of Bank Loan Report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4A267-094E-CBAD-147C-09E929BEB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17" y="1023730"/>
            <a:ext cx="11579087" cy="56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62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AB54-9E2C-32AC-E658-F5486D8C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793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866F5E-1A8B-51F4-EBEC-356C9BFDB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17" y="983973"/>
            <a:ext cx="11519453" cy="563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5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6E1E-1037-BFEB-C170-A6E9E7C2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970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Details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8E96CD-DC0C-1B80-8AF6-7C2087264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504" y="974036"/>
            <a:ext cx="11340547" cy="57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5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sng" strike="noStrike" kern="1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highlight>
                  <a:srgbClr val="0080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srgbClr val="FFC000">
                  <a:lumMod val="60000"/>
                  <a:lumOff val="40000"/>
                </a:srgbClr>
              </a:solidFill>
              <a:effectLst/>
              <a:highlight>
                <a:srgbClr val="008000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srgbClr val="ED7D31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sng" strike="noStrike" kern="1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highlight>
                  <a:srgbClr val="0080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srgbClr val="FFC000">
                  <a:lumMod val="60000"/>
                  <a:lumOff val="40000"/>
                </a:srgbClr>
              </a:solidFill>
              <a:effectLst/>
              <a:highlight>
                <a:srgbClr val="008000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00" cap="none" spc="0" normalizeH="0" baseline="0" noProof="0" dirty="0">
              <a:ln>
                <a:noFill/>
              </a:ln>
              <a:solidFill>
                <a:srgbClr val="ED7D31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kumimoji="0" lang="en-IN" sz="24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kumimoji="0" lang="en-IN" sz="24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kumimoji="0" lang="en-IN" sz="24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kumimoji="0" lang="en-IN" sz="24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kumimoji="0" lang="en-IN" sz="24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kumimoji="0" lang="en-IN" sz="24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kumimoji="0" lang="en-IN" sz="1900" b="1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sng" strike="noStrike" kern="1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highlight>
                  <a:srgbClr val="0080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srgbClr val="FFC000">
                  <a:lumMod val="60000"/>
                  <a:lumOff val="40000"/>
                </a:srgbClr>
              </a:solidFill>
              <a:effectLst/>
              <a:highlight>
                <a:srgbClr val="008000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kumimoji="0" lang="en-IN" sz="18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Map):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kumimoji="0" lang="en-IN" sz="1800" b="1" i="0" u="none" strike="noStrike" kern="100" cap="none" spc="0" normalizeH="0" baseline="0" noProof="0" dirty="0">
              <a:ln>
                <a:noFill/>
              </a:ln>
              <a:solidFill>
                <a:srgbClr val="ED7D31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1" u="sng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sng" strike="noStrike" kern="1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highlight>
                  <a:srgbClr val="0080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kumimoji="0" lang="en-IN" sz="2400" b="0" i="0" u="none" strike="noStrike" kern="100" cap="none" spc="0" normalizeH="0" baseline="0" noProof="0" dirty="0">
              <a:ln>
                <a:noFill/>
              </a:ln>
              <a:solidFill>
                <a:srgbClr val="FFC000">
                  <a:lumMod val="60000"/>
                  <a:lumOff val="40000"/>
                </a:srgbClr>
              </a:solidFill>
              <a:effectLst/>
              <a:highlight>
                <a:srgbClr val="008000"/>
              </a:highligh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1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kumimoji="0" lang="en-IN" sz="2000" b="1" i="0" u="none" strike="noStrike" kern="100" cap="none" spc="0" normalizeH="0" baseline="0" noProof="0" dirty="0">
              <a:ln>
                <a:noFill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1" u="none" strike="noStrike" kern="100" cap="none" spc="0" normalizeH="0" baseline="0" noProof="0" dirty="0">
                <a:ln>
                  <a:noFill/>
                </a:ln>
                <a:solidFill>
                  <a:srgbClr val="ED7D31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kumimoji="0" lang="en-IN" sz="2000" b="0" i="0" u="none" strike="noStrike" kern="100" cap="none" spc="0" normalizeH="0" baseline="0" noProof="0" dirty="0">
              <a:ln>
                <a:noFill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00" cap="none" spc="0" normalizeH="0" baseline="0" noProof="0" dirty="0">
              <a:ln>
                <a:noFill/>
              </a:ln>
              <a:solidFill>
                <a:srgbClr val="ED7D31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645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Algerian</vt:lpstr>
      <vt:lpstr>Aptos</vt:lpstr>
      <vt:lpstr>Aptos Display</vt:lpstr>
      <vt:lpstr>Arial</vt:lpstr>
      <vt:lpstr>Calibri</vt:lpstr>
      <vt:lpstr>Calibri Light</vt:lpstr>
      <vt:lpstr>Lato Black</vt:lpstr>
      <vt:lpstr>Segoe Script</vt:lpstr>
      <vt:lpstr>Office Theme</vt:lpstr>
      <vt:lpstr>1_Office Theme</vt:lpstr>
      <vt:lpstr>Bank Loan Analysis</vt:lpstr>
      <vt:lpstr>Summary of Bank Loan Report</vt:lpstr>
      <vt:lpstr>Overview</vt:lpstr>
      <vt:lpstr>Details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Rachakonda</dc:creator>
  <cp:lastModifiedBy>Koushik Rachakonda</cp:lastModifiedBy>
  <cp:revision>1</cp:revision>
  <dcterms:created xsi:type="dcterms:W3CDTF">2025-11-18T10:51:38Z</dcterms:created>
  <dcterms:modified xsi:type="dcterms:W3CDTF">2025-11-18T11:10:02Z</dcterms:modified>
</cp:coreProperties>
</file>